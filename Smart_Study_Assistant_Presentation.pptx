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Study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Academic Support System</a:t>
            </a:r>
          </a:p>
          <a:p>
            <a:r>
              <a:t>Developed by Vedant Mishra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Study Assistant is a Flask-based AI web application.</a:t>
            </a:r>
          </a:p>
          <a:p/>
          <a:p>
            <a:r>
              <a:t>Purpose:</a:t>
            </a:r>
          </a:p>
          <a:p>
            <a:r>
              <a:t>• Organize study notes</a:t>
            </a:r>
          </a:p>
          <a:p>
            <a:r>
              <a:t>• Generate automatic quizzes</a:t>
            </a:r>
          </a:p>
          <a:p>
            <a:r>
              <a:t>• Predict student grades</a:t>
            </a:r>
          </a:p>
          <a:p>
            <a:r>
              <a:t>• Show performance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struggle with:</a:t>
            </a:r>
          </a:p>
          <a:p>
            <a:r>
              <a:t>• Managing scattered notes</a:t>
            </a:r>
          </a:p>
          <a:p>
            <a:r>
              <a:t>• Self-assessment</a:t>
            </a:r>
          </a:p>
          <a:p>
            <a:r>
              <a:t>• Tracking academic performance</a:t>
            </a:r>
          </a:p>
          <a:p/>
          <a:p>
            <a:r>
              <a:t>Solution: One smart AI-powered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Python, Flask</a:t>
            </a:r>
          </a:p>
          <a:p>
            <a:r>
              <a:t>Frontend: HTML, CSS, JavaScript</a:t>
            </a:r>
          </a:p>
          <a:p>
            <a:r>
              <a:t>Machine Learning: Scikit-learn</a:t>
            </a:r>
          </a:p>
          <a:p>
            <a:r>
              <a:t>OCR: Tesseract</a:t>
            </a:r>
          </a:p>
          <a:p>
            <a:r>
              <a:t>Graphs: Matplotlib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Flask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handles:</a:t>
            </a:r>
          </a:p>
          <a:p>
            <a:r>
              <a:t>• URL Routing</a:t>
            </a:r>
          </a:p>
          <a:p>
            <a:r>
              <a:t>• Form Data Handling</a:t>
            </a:r>
          </a:p>
          <a:p>
            <a:r>
              <a:t>• File Upload Management</a:t>
            </a:r>
          </a:p>
          <a:p>
            <a:r>
              <a:t>• Connecting ML models</a:t>
            </a:r>
          </a:p>
          <a:p/>
          <a:p>
            <a:r>
              <a:t>Main File: app.py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Folder Structure:</a:t>
            </a:r>
          </a:p>
          <a:p>
            <a:r>
              <a:t>• app.py</a:t>
            </a:r>
          </a:p>
          <a:p>
            <a:r>
              <a:t>• templates/</a:t>
            </a:r>
          </a:p>
          <a:p>
            <a:r>
              <a:t>   - index.html</a:t>
            </a:r>
          </a:p>
          <a:p>
            <a:r>
              <a:t>   - upload.html</a:t>
            </a:r>
          </a:p>
          <a:p>
            <a:r>
              <a:t>   - quiz.html</a:t>
            </a:r>
          </a:p>
          <a:p>
            <a:r>
              <a:t>   - result.html</a:t>
            </a:r>
          </a:p>
          <a:p>
            <a:r>
              <a:t>• static/</a:t>
            </a:r>
          </a:p>
          <a:p>
            <a:r>
              <a:t>   - style.css</a:t>
            </a:r>
          </a:p>
          <a:p>
            <a:r>
              <a:t>   - script.js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 Upload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upload notes (image/PDF).</a:t>
            </a:r>
          </a:p>
          <a:p>
            <a:r>
              <a:t>Flask saves file using request.files.</a:t>
            </a:r>
          </a:p>
          <a:p>
            <a:r>
              <a:t>Stored inside uploads folder.</a:t>
            </a:r>
          </a:p>
          <a:p>
            <a:r>
              <a:t>Used for OCR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System (Tesseract)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OCR = Optical Character Recognition.</a:t>
            </a:r>
          </a:p>
          <a:p/>
          <a:p>
            <a:r>
              <a:t>Converts image text into editable text.</a:t>
            </a:r>
          </a:p>
          <a:p>
            <a:r>
              <a:t>Used to extract content from notes.</a:t>
            </a:r>
          </a:p>
          <a:p>
            <a:r>
              <a:t>Improves automation of quiz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Generation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Quiz is generated from extracted text.</a:t>
            </a:r>
          </a:p>
          <a:p>
            <a:r>
              <a:t>Questions stored in database/list.</a:t>
            </a:r>
          </a:p>
          <a:p>
            <a:r>
              <a:t>Flask sends questions to quiz.html.</a:t>
            </a:r>
          </a:p>
          <a:p>
            <a:r>
              <a:t>User answers are evaluated dynamically.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Prediction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Model used.</a:t>
            </a:r>
          </a:p>
          <a:p>
            <a:r>
              <a:t>Algorithm: Linear Regression (Scikit-learn).</a:t>
            </a:r>
          </a:p>
          <a:p>
            <a:r>
              <a:t>Input: Study hours / Scores.</a:t>
            </a:r>
          </a:p>
          <a:p>
            <a:r>
              <a:t>Output: Predicted Grade.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r>
              <a:t>2. Data Preprocessing</a:t>
            </a:r>
          </a:p>
          <a:p>
            <a:r>
              <a:t>3. Model Training</a:t>
            </a:r>
          </a:p>
          <a:p>
            <a:r>
              <a:t>4. Prediction</a:t>
            </a:r>
          </a:p>
          <a:p>
            <a:r>
              <a:t>5. Result Display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– Structure</a:t>
            </a:r>
          </a:p>
          <a:p>
            <a:r>
              <a:t>CSS – Styling &amp; Layout</a:t>
            </a:r>
          </a:p>
          <a:p>
            <a:r>
              <a:t>JavaScript – Dynamic Interaction</a:t>
            </a:r>
          </a:p>
          <a:p/>
          <a:p>
            <a:r>
              <a:t>Modern UI inspired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Matplotlib used for graphs.</a:t>
            </a:r>
          </a:p>
          <a:p>
            <a:r>
              <a:t>Displays:</a:t>
            </a:r>
          </a:p>
          <a:p>
            <a:r>
              <a:t>• Quiz Scores</a:t>
            </a:r>
          </a:p>
          <a:p>
            <a:r>
              <a:t>• Predicted Performance</a:t>
            </a:r>
          </a:p>
          <a:p>
            <a:r>
              <a:t>Helps students track improvement.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 type validation</a:t>
            </a:r>
          </a:p>
          <a:p>
            <a:r>
              <a:t>• Secure file saving</a:t>
            </a:r>
          </a:p>
          <a:p>
            <a:r>
              <a:t>• Form validation</a:t>
            </a:r>
          </a:p>
          <a:p>
            <a:r>
              <a:t>• Error handling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AI-based Question Generator (NLP)</a:t>
            </a:r>
          </a:p>
          <a:p>
            <a:r>
              <a:t>• User Login System</a:t>
            </a:r>
          </a:p>
          <a:p>
            <a:r>
              <a:t>• Cloud Deployment</a:t>
            </a:r>
          </a:p>
          <a:p>
            <a:r>
              <a:t>• Database Integration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Study Assistant combines:</a:t>
            </a:r>
          </a:p>
          <a:p>
            <a:r>
              <a:t>AI + ML + Web Development</a:t>
            </a:r>
          </a:p>
          <a:p/>
          <a:p>
            <a:r>
              <a:t>It improves smart learning,</a:t>
            </a:r>
          </a:p>
          <a:p>
            <a:r>
              <a:t>automation, and performance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